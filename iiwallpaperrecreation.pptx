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6378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2174621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1386010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6279618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02320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517904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1828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76325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1941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2583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4040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324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DBBAD7-8B60-0E36-D3E2-909B75AB34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315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919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186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379059-005E-9D94-9936-9CC7676DAA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51387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308035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30722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324787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603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112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33328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3372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457797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53861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865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8562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04319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74696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56402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5251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196622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823440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004329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482172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080650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171471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925929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3403437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320665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185021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162682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4250797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893085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0073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7822597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259141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986746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303139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039037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502716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154752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519414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264851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72202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1848952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55115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07822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678110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9522668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12227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486325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95000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0154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930605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66619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905455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17929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728129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28450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43400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687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98982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1655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329959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749105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826792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8231311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Relationship Id="rId21" Type="http://schemas.openxmlformats.org/officeDocument/2006/relationships/image" Target="../media/image19.png"/><Relationship Id="rId22" Type="http://schemas.openxmlformats.org/officeDocument/2006/relationships/image" Target="../media/image20.png"/><Relationship Id="rId23" Type="http://schemas.openxmlformats.org/officeDocument/2006/relationships/image" Target="../media/image21.png"/><Relationship Id="rId24" Type="http://schemas.openxmlformats.org/officeDocument/2006/relationships/image" Target="../media/image22.png"/><Relationship Id="rId25" Type="http://schemas.openxmlformats.org/officeDocument/2006/relationships/image" Target="../media/image23.png"/><Relationship Id="rId26" Type="http://schemas.openxmlformats.org/officeDocument/2006/relationships/image" Target="../media/image24.png"/><Relationship Id="rId27" Type="http://schemas.openxmlformats.org/officeDocument/2006/relationships/image" Target="../media/image25.png"/><Relationship Id="rId28" Type="http://schemas.openxmlformats.org/officeDocument/2006/relationships/image" Target="../media/image26.png"/><Relationship Id="rId29" Type="http://schemas.openxmlformats.org/officeDocument/2006/relationships/image" Target="../media/image27.png"/><Relationship Id="rId30" Type="http://schemas.openxmlformats.org/officeDocument/2006/relationships/image" Target="../media/image28.png"/><Relationship Id="rId31" Type="http://schemas.openxmlformats.org/officeDocument/2006/relationships/image" Target="../media/image29.png"/><Relationship Id="rId32" Type="http://schemas.openxmlformats.org/officeDocument/2006/relationships/image" Target="../media/image30.png"/><Relationship Id="rId33" Type="http://schemas.openxmlformats.org/officeDocument/2006/relationships/image" Target="../media/image31.png"/><Relationship Id="rId34" Type="http://schemas.openxmlformats.org/officeDocument/2006/relationships/image" Target="../media/image32.png"/><Relationship Id="rId35" Type="http://schemas.openxmlformats.org/officeDocument/2006/relationships/image" Target="../media/image3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>
            <a:alpha val="42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760826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1874" y="0"/>
            <a:ext cx="12175642" cy="6858000"/>
          </a:xfrm>
          <a:prstGeom prst="rect">
            <a:avLst/>
          </a:prstGeom>
        </p:spPr>
      </p:pic>
      <p:pic>
        <p:nvPicPr>
          <p:cNvPr id="79095399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20995535" flipH="0" flipV="0">
            <a:off x="4235335" y="502317"/>
            <a:ext cx="895011" cy="2053001"/>
          </a:xfrm>
          <a:prstGeom prst="rect">
            <a:avLst/>
          </a:prstGeom>
        </p:spPr>
      </p:pic>
      <p:pic>
        <p:nvPicPr>
          <p:cNvPr id="52118244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8940019" flipH="0" flipV="0">
            <a:off x="3896659" y="1545441"/>
            <a:ext cx="316901" cy="498056"/>
          </a:xfrm>
          <a:prstGeom prst="rect">
            <a:avLst/>
          </a:prstGeom>
        </p:spPr>
      </p:pic>
      <p:pic>
        <p:nvPicPr>
          <p:cNvPr id="64534912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rot="19133899" flipH="0" flipV="0">
            <a:off x="3149448" y="1774870"/>
            <a:ext cx="1319477" cy="1473856"/>
          </a:xfrm>
          <a:prstGeom prst="rect">
            <a:avLst/>
          </a:prstGeom>
        </p:spPr>
      </p:pic>
      <p:pic>
        <p:nvPicPr>
          <p:cNvPr id="1198464645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rot="786034" flipH="0" flipV="0">
            <a:off x="4017030" y="2237429"/>
            <a:ext cx="2168929" cy="2194957"/>
          </a:xfrm>
          <a:prstGeom prst="rect">
            <a:avLst/>
          </a:prstGeom>
        </p:spPr>
      </p:pic>
      <p:pic>
        <p:nvPicPr>
          <p:cNvPr id="815717834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1" flipV="0">
            <a:off x="7003116" y="1220931"/>
            <a:ext cx="1245820" cy="2725692"/>
          </a:xfrm>
          <a:prstGeom prst="rect">
            <a:avLst/>
          </a:prstGeom>
        </p:spPr>
      </p:pic>
      <p:pic>
        <p:nvPicPr>
          <p:cNvPr id="1423170469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rot="21270701" flipH="0" flipV="0">
            <a:off x="3172652" y="3210258"/>
            <a:ext cx="805354" cy="2104914"/>
          </a:xfrm>
          <a:prstGeom prst="rect">
            <a:avLst/>
          </a:prstGeom>
        </p:spPr>
      </p:pic>
      <p:pic>
        <p:nvPicPr>
          <p:cNvPr id="2075898110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3869056" y="3661552"/>
            <a:ext cx="1268641" cy="1857291"/>
          </a:xfrm>
          <a:prstGeom prst="rect">
            <a:avLst/>
          </a:prstGeom>
        </p:spPr>
      </p:pic>
      <p:pic>
        <p:nvPicPr>
          <p:cNvPr id="427417084" name="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 rot="271724" flipH="1" flipV="0">
            <a:off x="5706934" y="573066"/>
            <a:ext cx="931282" cy="2084726"/>
          </a:xfrm>
          <a:prstGeom prst="rect">
            <a:avLst/>
          </a:prstGeom>
        </p:spPr>
      </p:pic>
      <p:pic>
        <p:nvPicPr>
          <p:cNvPr id="282516963" name="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 flipH="0" flipV="0">
            <a:off x="6222137" y="1615429"/>
            <a:ext cx="840194" cy="2136494"/>
          </a:xfrm>
          <a:prstGeom prst="rect">
            <a:avLst/>
          </a:prstGeom>
        </p:spPr>
      </p:pic>
      <p:pic>
        <p:nvPicPr>
          <p:cNvPr id="1907900238" name="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 flipH="0" flipV="0">
            <a:off x="6779380" y="3026833"/>
            <a:ext cx="1159202" cy="1563365"/>
          </a:xfrm>
          <a:prstGeom prst="rect">
            <a:avLst/>
          </a:prstGeom>
        </p:spPr>
      </p:pic>
      <p:pic>
        <p:nvPicPr>
          <p:cNvPr id="2037593322" name="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 rot="253281" flipH="1" flipV="0">
            <a:off x="4924683" y="3979897"/>
            <a:ext cx="959540" cy="1505888"/>
          </a:xfrm>
          <a:prstGeom prst="rect">
            <a:avLst/>
          </a:prstGeom>
        </p:spPr>
      </p:pic>
      <p:pic>
        <p:nvPicPr>
          <p:cNvPr id="734217222" name="Picture 1780858466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 rot="21539998" flipH="0" flipV="0">
            <a:off x="5809015" y="3419591"/>
            <a:ext cx="1059834" cy="2108877"/>
          </a:xfrm>
          <a:prstGeom prst="rect">
            <a:avLst/>
          </a:prstGeom>
        </p:spPr>
      </p:pic>
      <p:pic>
        <p:nvPicPr>
          <p:cNvPr id="2071034144" name="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 flipH="0" flipV="0">
            <a:off x="7109421" y="4317719"/>
            <a:ext cx="1121030" cy="1026863"/>
          </a:xfrm>
          <a:prstGeom prst="rect">
            <a:avLst/>
          </a:prstGeom>
        </p:spPr>
      </p:pic>
      <p:pic>
        <p:nvPicPr>
          <p:cNvPr id="795951292" name=""/>
          <p:cNvPicPr>
            <a:picLocks noChangeAspect="1"/>
          </p:cNvPicPr>
          <p:nvPr/>
        </p:nvPicPr>
        <p:blipFill rotWithShape="1">
          <a:blip r:embed="rId17"/>
          <a:stretch/>
        </p:blipFill>
        <p:spPr bwMode="auto">
          <a:xfrm rot="356947" flipH="0" flipV="0">
            <a:off x="7927941" y="2610895"/>
            <a:ext cx="1295242" cy="2101313"/>
          </a:xfrm>
          <a:prstGeom prst="rect">
            <a:avLst/>
          </a:prstGeom>
        </p:spPr>
      </p:pic>
      <p:pic>
        <p:nvPicPr>
          <p:cNvPr id="763286096" name=""/>
          <p:cNvPicPr>
            <a:picLocks noChangeAspect="1"/>
          </p:cNvPicPr>
          <p:nvPr/>
        </p:nvPicPr>
        <p:blipFill rotWithShape="1">
          <a:blip r:embed="rId18"/>
          <a:stretch/>
        </p:blipFill>
        <p:spPr bwMode="auto">
          <a:xfrm rot="59997" flipH="0" flipV="0">
            <a:off x="8258838" y="4120544"/>
            <a:ext cx="960120" cy="1143000"/>
          </a:xfrm>
          <a:prstGeom prst="rect">
            <a:avLst/>
          </a:prstGeom>
        </p:spPr>
      </p:pic>
      <p:pic>
        <p:nvPicPr>
          <p:cNvPr id="1315674042" name=""/>
          <p:cNvPicPr>
            <a:picLocks noChangeAspect="1"/>
          </p:cNvPicPr>
          <p:nvPr/>
        </p:nvPicPr>
        <p:blipFill rotWithShape="1">
          <a:blip r:embed="rId19"/>
          <a:stretch/>
        </p:blipFill>
        <p:spPr bwMode="auto">
          <a:xfrm flipH="0" flipV="0">
            <a:off x="4683206" y="1629645"/>
            <a:ext cx="1239603" cy="919785"/>
          </a:xfrm>
          <a:prstGeom prst="rect">
            <a:avLst/>
          </a:prstGeom>
        </p:spPr>
      </p:pic>
      <p:pic>
        <p:nvPicPr>
          <p:cNvPr id="1316188726" name=""/>
          <p:cNvPicPr>
            <a:picLocks noChangeAspect="1"/>
          </p:cNvPicPr>
          <p:nvPr/>
        </p:nvPicPr>
        <p:blipFill rotWithShape="1">
          <a:blip r:embed="rId20"/>
          <a:stretch/>
        </p:blipFill>
        <p:spPr bwMode="auto">
          <a:xfrm flipH="0" flipV="0">
            <a:off x="8143029" y="1437061"/>
            <a:ext cx="1085829" cy="1146716"/>
          </a:xfrm>
          <a:prstGeom prst="rect">
            <a:avLst/>
          </a:prstGeom>
        </p:spPr>
      </p:pic>
      <p:pic>
        <p:nvPicPr>
          <p:cNvPr id="364748090" name=""/>
          <p:cNvPicPr>
            <a:picLocks noChangeAspect="1"/>
          </p:cNvPicPr>
          <p:nvPr/>
        </p:nvPicPr>
        <p:blipFill rotWithShape="1">
          <a:blip r:embed="rId21"/>
          <a:stretch/>
        </p:blipFill>
        <p:spPr bwMode="auto">
          <a:xfrm rot="693340" flipH="1" flipV="0">
            <a:off x="6795185" y="631115"/>
            <a:ext cx="1027348" cy="1004747"/>
          </a:xfrm>
          <a:prstGeom prst="rect">
            <a:avLst/>
          </a:prstGeom>
        </p:spPr>
      </p:pic>
      <p:pic>
        <p:nvPicPr>
          <p:cNvPr id="1338409757" name=""/>
          <p:cNvPicPr>
            <a:picLocks noChangeAspect="1"/>
          </p:cNvPicPr>
          <p:nvPr/>
        </p:nvPicPr>
        <p:blipFill rotWithShape="1">
          <a:blip r:embed="rId22">
            <a:alphaModFix amt="40000"/>
          </a:blip>
          <a:stretch/>
        </p:blipFill>
        <p:spPr bwMode="auto">
          <a:xfrm>
            <a:off x="4482" y="0"/>
            <a:ext cx="12183033" cy="6858000"/>
          </a:xfrm>
          <a:prstGeom prst="rect">
            <a:avLst/>
          </a:prstGeom>
          <a:ln w="12700">
            <a:solidFill>
              <a:srgbClr val="000000">
                <a:alpha val="57999"/>
              </a:srgbClr>
            </a:solidFill>
          </a:ln>
        </p:spPr>
      </p:pic>
      <p:sp>
        <p:nvSpPr>
          <p:cNvPr id="468571158" name=""/>
          <p:cNvSpPr txBox="1"/>
          <p:nvPr/>
        </p:nvSpPr>
        <p:spPr bwMode="auto">
          <a:xfrm rot="0" flipH="0" flipV="0">
            <a:off x="2710789" y="5397499"/>
            <a:ext cx="255671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341795990" name=""/>
          <p:cNvPicPr>
            <a:picLocks noChangeAspect="1"/>
          </p:cNvPicPr>
          <p:nvPr/>
        </p:nvPicPr>
        <p:blipFill rotWithShape="1">
          <a:blip r:embed="rId23"/>
          <a:stretch/>
        </p:blipFill>
        <p:spPr bwMode="auto">
          <a:xfrm flipH="0" flipV="0">
            <a:off x="6148152" y="4282495"/>
            <a:ext cx="147969" cy="171224"/>
          </a:xfrm>
          <a:prstGeom prst="rect">
            <a:avLst/>
          </a:prstGeom>
        </p:spPr>
      </p:pic>
      <p:pic>
        <p:nvPicPr>
          <p:cNvPr id="1416848027" name=""/>
          <p:cNvPicPr>
            <a:picLocks noChangeAspect="1"/>
          </p:cNvPicPr>
          <p:nvPr/>
        </p:nvPicPr>
        <p:blipFill rotWithShape="1">
          <a:blip r:embed="rId24"/>
          <a:stretch/>
        </p:blipFill>
        <p:spPr bwMode="auto">
          <a:xfrm flipH="0" flipV="0">
            <a:off x="6406489" y="4191752"/>
            <a:ext cx="177802" cy="261967"/>
          </a:xfrm>
          <a:prstGeom prst="rect">
            <a:avLst/>
          </a:prstGeom>
        </p:spPr>
      </p:pic>
      <p:pic>
        <p:nvPicPr>
          <p:cNvPr id="1328131726" name=""/>
          <p:cNvPicPr>
            <a:picLocks noChangeAspect="1"/>
          </p:cNvPicPr>
          <p:nvPr/>
        </p:nvPicPr>
        <p:blipFill rotWithShape="1">
          <a:blip r:embed="rId25"/>
          <a:stretch/>
        </p:blipFill>
        <p:spPr bwMode="auto">
          <a:xfrm rot="21309817" flipH="0" flipV="0">
            <a:off x="5661818" y="4699902"/>
            <a:ext cx="207251" cy="493100"/>
          </a:xfrm>
          <a:prstGeom prst="rect">
            <a:avLst/>
          </a:prstGeom>
        </p:spPr>
      </p:pic>
      <p:pic>
        <p:nvPicPr>
          <p:cNvPr id="583523942" name=""/>
          <p:cNvPicPr>
            <a:picLocks noChangeAspect="1"/>
          </p:cNvPicPr>
          <p:nvPr/>
        </p:nvPicPr>
        <p:blipFill rotWithShape="1">
          <a:blip r:embed="rId25"/>
          <a:stretch/>
        </p:blipFill>
        <p:spPr bwMode="auto">
          <a:xfrm rot="0" flipH="1" flipV="0">
            <a:off x="6833356" y="4622098"/>
            <a:ext cx="207250" cy="493098"/>
          </a:xfrm>
          <a:prstGeom prst="rect">
            <a:avLst/>
          </a:prstGeom>
        </p:spPr>
      </p:pic>
      <p:sp>
        <p:nvSpPr>
          <p:cNvPr id="1799921479" name=""/>
          <p:cNvSpPr txBox="1"/>
          <p:nvPr/>
        </p:nvSpPr>
        <p:spPr bwMode="auto">
          <a:xfrm rot="0" flipH="0" flipV="0">
            <a:off x="1034402" y="5249746"/>
            <a:ext cx="10227044" cy="853799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5000" spc="-144">
                <a:ln w="63500">
                  <a:solidFill>
                    <a:srgbClr val="0CA1E3"/>
                  </a:solidFill>
                  <a:prstDash val="solid"/>
                </a:ln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rgbClr val="FFFFFF"/>
                    </a:gs>
                  </a:gsLst>
                  <a:lin ang="16200000" scaled="1"/>
                </a:gradFill>
                <a:latin typeface="MarioLuigi2"/>
                <a:ea typeface="MarioLuigi2"/>
                <a:cs typeface="MarioLuigi2"/>
              </a:rPr>
              <a:t>INANIMATE INSANITY</a:t>
            </a:r>
            <a:endParaRPr sz="5000" spc="-144">
              <a:ln w="63500">
                <a:solidFill>
                  <a:srgbClr val="0CA1E3"/>
                </a:solidFill>
                <a:prstDash val="solid"/>
              </a:ln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rgbClr val="FFFFFF"/>
                  </a:gs>
                </a:gsLst>
                <a:lin ang="16200000" scaled="1"/>
              </a:gradFill>
              <a:latin typeface="MarioLuigi2"/>
              <a:cs typeface="MarioLuigi2"/>
            </a:endParaRPr>
          </a:p>
        </p:txBody>
      </p:sp>
      <p:pic>
        <p:nvPicPr>
          <p:cNvPr id="742639715" name=""/>
          <p:cNvPicPr>
            <a:picLocks noChangeAspect="1"/>
          </p:cNvPicPr>
          <p:nvPr/>
        </p:nvPicPr>
        <p:blipFill rotWithShape="1">
          <a:blip r:embed="rId26"/>
          <a:stretch/>
        </p:blipFill>
        <p:spPr bwMode="auto">
          <a:xfrm flipH="0" flipV="0">
            <a:off x="6033963" y="4453720"/>
            <a:ext cx="461427" cy="353914"/>
          </a:xfrm>
          <a:prstGeom prst="rect">
            <a:avLst/>
          </a:prstGeom>
        </p:spPr>
      </p:pic>
      <p:pic>
        <p:nvPicPr>
          <p:cNvPr id="1469572484" name=""/>
          <p:cNvPicPr>
            <a:picLocks noChangeAspect="1"/>
          </p:cNvPicPr>
          <p:nvPr/>
        </p:nvPicPr>
        <p:blipFill rotWithShape="1">
          <a:blip r:embed="rId26"/>
          <a:stretch/>
        </p:blipFill>
        <p:spPr bwMode="auto">
          <a:xfrm flipH="1" flipV="0">
            <a:off x="4943883" y="4692043"/>
            <a:ext cx="461426" cy="353913"/>
          </a:xfrm>
          <a:prstGeom prst="rect">
            <a:avLst/>
          </a:prstGeom>
        </p:spPr>
      </p:pic>
      <p:pic>
        <p:nvPicPr>
          <p:cNvPr id="1600107752" name=""/>
          <p:cNvPicPr>
            <a:picLocks noChangeAspect="1"/>
          </p:cNvPicPr>
          <p:nvPr/>
        </p:nvPicPr>
        <p:blipFill rotWithShape="1">
          <a:blip r:embed="rId27"/>
          <a:stretch/>
        </p:blipFill>
        <p:spPr bwMode="auto">
          <a:xfrm rot="0" flipH="0" flipV="0">
            <a:off x="4981408" y="4520554"/>
            <a:ext cx="167140" cy="188962"/>
          </a:xfrm>
          <a:prstGeom prst="rect">
            <a:avLst/>
          </a:prstGeom>
        </p:spPr>
      </p:pic>
      <p:pic>
        <p:nvPicPr>
          <p:cNvPr id="382970315" name=""/>
          <p:cNvPicPr>
            <a:picLocks noChangeAspect="1"/>
          </p:cNvPicPr>
          <p:nvPr/>
        </p:nvPicPr>
        <p:blipFill rotWithShape="1">
          <a:blip r:embed="rId28"/>
          <a:stretch/>
        </p:blipFill>
        <p:spPr bwMode="auto">
          <a:xfrm flipH="1" flipV="0">
            <a:off x="5513702" y="4983999"/>
            <a:ext cx="224760" cy="398778"/>
          </a:xfrm>
          <a:prstGeom prst="rect">
            <a:avLst/>
          </a:prstGeom>
        </p:spPr>
      </p:pic>
      <p:pic>
        <p:nvPicPr>
          <p:cNvPr id="228943345" name=""/>
          <p:cNvPicPr>
            <a:picLocks noChangeAspect="1"/>
          </p:cNvPicPr>
          <p:nvPr/>
        </p:nvPicPr>
        <p:blipFill rotWithShape="1">
          <a:blip r:embed="rId28"/>
          <a:stretch/>
        </p:blipFill>
        <p:spPr bwMode="auto">
          <a:xfrm flipH="0" flipV="0">
            <a:off x="3852057" y="4800159"/>
            <a:ext cx="224760" cy="471674"/>
          </a:xfrm>
          <a:prstGeom prst="rect">
            <a:avLst/>
          </a:prstGeom>
        </p:spPr>
      </p:pic>
      <p:pic>
        <p:nvPicPr>
          <p:cNvPr id="1852917789" name=""/>
          <p:cNvPicPr>
            <a:picLocks noChangeAspect="1"/>
          </p:cNvPicPr>
          <p:nvPr/>
        </p:nvPicPr>
        <p:blipFill rotWithShape="1">
          <a:blip r:embed="rId26"/>
          <a:stretch/>
        </p:blipFill>
        <p:spPr bwMode="auto">
          <a:xfrm flipH="0" flipV="0">
            <a:off x="4272662" y="4584327"/>
            <a:ext cx="410177" cy="353913"/>
          </a:xfrm>
          <a:prstGeom prst="rect">
            <a:avLst/>
          </a:prstGeom>
        </p:spPr>
      </p:pic>
      <p:pic>
        <p:nvPicPr>
          <p:cNvPr id="1519873609" name=""/>
          <p:cNvPicPr>
            <a:picLocks noChangeAspect="1"/>
          </p:cNvPicPr>
          <p:nvPr/>
        </p:nvPicPr>
        <p:blipFill rotWithShape="1">
          <a:blip r:embed="rId29"/>
          <a:stretch/>
        </p:blipFill>
        <p:spPr bwMode="auto">
          <a:xfrm flipH="0" flipV="0">
            <a:off x="4393824" y="4392353"/>
            <a:ext cx="219103" cy="257274"/>
          </a:xfrm>
          <a:prstGeom prst="rect">
            <a:avLst/>
          </a:prstGeom>
        </p:spPr>
      </p:pic>
      <p:pic>
        <p:nvPicPr>
          <p:cNvPr id="917605611" name=""/>
          <p:cNvPicPr>
            <a:picLocks noChangeAspect="1"/>
          </p:cNvPicPr>
          <p:nvPr/>
        </p:nvPicPr>
        <p:blipFill rotWithShape="1">
          <a:blip r:embed="rId30"/>
          <a:stretch/>
        </p:blipFill>
        <p:spPr bwMode="auto">
          <a:xfrm flipH="0" flipV="0">
            <a:off x="4682840" y="4317718"/>
            <a:ext cx="187719" cy="321707"/>
          </a:xfrm>
          <a:prstGeom prst="rect">
            <a:avLst/>
          </a:prstGeom>
        </p:spPr>
      </p:pic>
      <p:pic>
        <p:nvPicPr>
          <p:cNvPr id="1329428815" name=""/>
          <p:cNvPicPr>
            <a:picLocks noChangeAspect="1"/>
          </p:cNvPicPr>
          <p:nvPr/>
        </p:nvPicPr>
        <p:blipFill rotWithShape="1">
          <a:blip r:embed="rId26"/>
          <a:stretch/>
        </p:blipFill>
        <p:spPr bwMode="auto">
          <a:xfrm flipH="0" flipV="0">
            <a:off x="3449219" y="3982851"/>
            <a:ext cx="347279" cy="299642"/>
          </a:xfrm>
          <a:prstGeom prst="rect">
            <a:avLst/>
          </a:prstGeom>
        </p:spPr>
      </p:pic>
      <p:pic>
        <p:nvPicPr>
          <p:cNvPr id="388582855" name=""/>
          <p:cNvPicPr>
            <a:picLocks noChangeAspect="1"/>
          </p:cNvPicPr>
          <p:nvPr/>
        </p:nvPicPr>
        <p:blipFill rotWithShape="1">
          <a:blip r:embed="rId29"/>
          <a:stretch/>
        </p:blipFill>
        <p:spPr bwMode="auto">
          <a:xfrm rot="21201451" flipH="0" flipV="0">
            <a:off x="3763171" y="3785093"/>
            <a:ext cx="177769" cy="208739"/>
          </a:xfrm>
          <a:prstGeom prst="rect">
            <a:avLst/>
          </a:prstGeom>
        </p:spPr>
      </p:pic>
      <p:pic>
        <p:nvPicPr>
          <p:cNvPr id="641122782" name=""/>
          <p:cNvPicPr>
            <a:picLocks noChangeAspect="1"/>
          </p:cNvPicPr>
          <p:nvPr/>
        </p:nvPicPr>
        <p:blipFill rotWithShape="1">
          <a:blip r:embed="rId31"/>
          <a:stretch/>
        </p:blipFill>
        <p:spPr bwMode="auto">
          <a:xfrm rot="21162676" flipH="0" flipV="0">
            <a:off x="3540945" y="3808515"/>
            <a:ext cx="163826" cy="208739"/>
          </a:xfrm>
          <a:prstGeom prst="rect">
            <a:avLst/>
          </a:prstGeom>
        </p:spPr>
      </p:pic>
      <p:pic>
        <p:nvPicPr>
          <p:cNvPr id="19666604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9505998" flipH="1" flipV="0">
            <a:off x="3042153" y="4184411"/>
            <a:ext cx="316902" cy="498057"/>
          </a:xfrm>
          <a:prstGeom prst="rect">
            <a:avLst/>
          </a:prstGeom>
        </p:spPr>
      </p:pic>
      <p:pic>
        <p:nvPicPr>
          <p:cNvPr id="446712269" name=""/>
          <p:cNvPicPr>
            <a:picLocks noChangeAspect="1"/>
          </p:cNvPicPr>
          <p:nvPr/>
        </p:nvPicPr>
        <p:blipFill rotWithShape="1">
          <a:blip r:embed="rId29"/>
          <a:stretch/>
        </p:blipFill>
        <p:spPr bwMode="auto">
          <a:xfrm rot="327109" flipH="0" flipV="0">
            <a:off x="5018290" y="3133800"/>
            <a:ext cx="238393" cy="279925"/>
          </a:xfrm>
          <a:prstGeom prst="rect">
            <a:avLst/>
          </a:prstGeom>
        </p:spPr>
      </p:pic>
      <p:pic>
        <p:nvPicPr>
          <p:cNvPr id="762900010" name=""/>
          <p:cNvPicPr>
            <a:picLocks noChangeAspect="1"/>
          </p:cNvPicPr>
          <p:nvPr/>
        </p:nvPicPr>
        <p:blipFill rotWithShape="1">
          <a:blip r:embed="rId29"/>
          <a:stretch/>
        </p:blipFill>
        <p:spPr bwMode="auto">
          <a:xfrm rot="327109" flipH="1" flipV="0">
            <a:off x="5458417" y="3187261"/>
            <a:ext cx="238392" cy="279924"/>
          </a:xfrm>
          <a:prstGeom prst="rect">
            <a:avLst/>
          </a:prstGeom>
        </p:spPr>
      </p:pic>
      <p:pic>
        <p:nvPicPr>
          <p:cNvPr id="661503319" name=""/>
          <p:cNvPicPr>
            <a:picLocks noChangeAspect="1"/>
          </p:cNvPicPr>
          <p:nvPr/>
        </p:nvPicPr>
        <p:blipFill rotWithShape="1">
          <a:blip r:embed="rId26"/>
          <a:stretch/>
        </p:blipFill>
        <p:spPr bwMode="auto">
          <a:xfrm rot="600651" flipH="0" flipV="0">
            <a:off x="4833797" y="3442371"/>
            <a:ext cx="534630" cy="461294"/>
          </a:xfrm>
          <a:prstGeom prst="rect">
            <a:avLst/>
          </a:prstGeom>
        </p:spPr>
      </p:pic>
      <p:pic>
        <p:nvPicPr>
          <p:cNvPr id="14202213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9505998" flipH="1" flipV="0">
            <a:off x="2851374" y="2212181"/>
            <a:ext cx="316901" cy="498056"/>
          </a:xfrm>
          <a:prstGeom prst="rect">
            <a:avLst/>
          </a:prstGeom>
        </p:spPr>
      </p:pic>
      <p:pic>
        <p:nvPicPr>
          <p:cNvPr id="884408802" name=""/>
          <p:cNvPicPr>
            <a:picLocks noChangeAspect="1"/>
          </p:cNvPicPr>
          <p:nvPr/>
        </p:nvPicPr>
        <p:blipFill rotWithShape="1">
          <a:blip r:embed="rId32"/>
          <a:stretch/>
        </p:blipFill>
        <p:spPr bwMode="auto">
          <a:xfrm rot="19533276" flipH="0" flipV="0">
            <a:off x="3508360" y="2391087"/>
            <a:ext cx="238671" cy="106213"/>
          </a:xfrm>
          <a:prstGeom prst="rect">
            <a:avLst/>
          </a:prstGeom>
        </p:spPr>
      </p:pic>
      <p:pic>
        <p:nvPicPr>
          <p:cNvPr id="1334022259" name=""/>
          <p:cNvPicPr>
            <a:picLocks noChangeAspect="1"/>
          </p:cNvPicPr>
          <p:nvPr/>
        </p:nvPicPr>
        <p:blipFill rotWithShape="1">
          <a:blip r:embed="rId32"/>
          <a:stretch/>
        </p:blipFill>
        <p:spPr bwMode="auto">
          <a:xfrm rot="19533276" flipH="1" flipV="0">
            <a:off x="3818300" y="2184591"/>
            <a:ext cx="238670" cy="106212"/>
          </a:xfrm>
          <a:prstGeom prst="rect">
            <a:avLst/>
          </a:prstGeom>
        </p:spPr>
      </p:pic>
      <p:pic>
        <p:nvPicPr>
          <p:cNvPr id="917780297" name=""/>
          <p:cNvPicPr>
            <a:picLocks noChangeAspect="1"/>
          </p:cNvPicPr>
          <p:nvPr/>
        </p:nvPicPr>
        <p:blipFill rotWithShape="1">
          <a:blip r:embed="rId33"/>
          <a:stretch/>
        </p:blipFill>
        <p:spPr bwMode="auto">
          <a:xfrm rot="19542156" flipH="0" flipV="0">
            <a:off x="3631314" y="2497368"/>
            <a:ext cx="78515" cy="172816"/>
          </a:xfrm>
          <a:prstGeom prst="rect">
            <a:avLst/>
          </a:prstGeom>
        </p:spPr>
      </p:pic>
      <p:pic>
        <p:nvPicPr>
          <p:cNvPr id="1256382017" name=""/>
          <p:cNvPicPr>
            <a:picLocks noChangeAspect="1"/>
          </p:cNvPicPr>
          <p:nvPr/>
        </p:nvPicPr>
        <p:blipFill rotWithShape="1">
          <a:blip r:embed="rId33"/>
          <a:stretch/>
        </p:blipFill>
        <p:spPr bwMode="auto">
          <a:xfrm rot="19542156" flipH="0" flipV="0">
            <a:off x="3945957" y="2294956"/>
            <a:ext cx="78514" cy="172815"/>
          </a:xfrm>
          <a:prstGeom prst="rect">
            <a:avLst/>
          </a:prstGeom>
        </p:spPr>
      </p:pic>
      <p:pic>
        <p:nvPicPr>
          <p:cNvPr id="189388436" name=""/>
          <p:cNvPicPr>
            <a:picLocks noChangeAspect="1"/>
          </p:cNvPicPr>
          <p:nvPr/>
        </p:nvPicPr>
        <p:blipFill rotWithShape="1">
          <a:blip r:embed="rId34"/>
          <a:stretch/>
        </p:blipFill>
        <p:spPr bwMode="auto">
          <a:xfrm rot="19668252" flipH="0" flipV="0">
            <a:off x="3589666" y="2623743"/>
            <a:ext cx="413663" cy="317280"/>
          </a:xfrm>
          <a:prstGeom prst="rect">
            <a:avLst/>
          </a:prstGeom>
        </p:spPr>
      </p:pic>
      <p:pic>
        <p:nvPicPr>
          <p:cNvPr id="1911734381" name=""/>
          <p:cNvPicPr>
            <a:picLocks noChangeAspect="1"/>
          </p:cNvPicPr>
          <p:nvPr/>
        </p:nvPicPr>
        <p:blipFill rotWithShape="1">
          <a:blip r:embed="rId26"/>
          <a:stretch/>
        </p:blipFill>
        <p:spPr bwMode="auto">
          <a:xfrm rot="0" flipH="1" flipV="0">
            <a:off x="5993778" y="1722377"/>
            <a:ext cx="345153" cy="297808"/>
          </a:xfrm>
          <a:prstGeom prst="rect">
            <a:avLst/>
          </a:prstGeom>
        </p:spPr>
      </p:pic>
      <p:pic>
        <p:nvPicPr>
          <p:cNvPr id="216290888" name=""/>
          <p:cNvPicPr>
            <a:picLocks noChangeAspect="1"/>
          </p:cNvPicPr>
          <p:nvPr/>
        </p:nvPicPr>
        <p:blipFill rotWithShape="1">
          <a:blip r:embed="rId35"/>
          <a:stretch/>
        </p:blipFill>
        <p:spPr bwMode="auto">
          <a:xfrm rot="20834850" flipH="0" flipV="0">
            <a:off x="4603853" y="1722545"/>
            <a:ext cx="387839" cy="297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4188691" name=""/>
          <p:cNvPicPr>
            <a:picLocks noChangeAspect="1"/>
          </p:cNvPicPr>
          <p:nvPr/>
        </p:nvPicPr>
        <p:blipFill rotWithShape="1">
          <a:blip r:embed="rId3">
            <a:alphaModFix amt="99999"/>
          </a:blip>
          <a:stretch/>
        </p:blipFill>
        <p:spPr bwMode="auto">
          <a:xfrm>
            <a:off x="4482" y="0"/>
            <a:ext cx="12183034" cy="6858000"/>
          </a:xfrm>
          <a:prstGeom prst="rect">
            <a:avLst/>
          </a:prstGeom>
          <a:ln w="12700">
            <a:solidFill>
              <a:srgbClr val="000000">
                <a:alpha val="57999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3816032" name=""/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tretch/>
        </p:blipFill>
        <p:spPr bwMode="auto">
          <a:xfrm>
            <a:off x="4482" y="0"/>
            <a:ext cx="12183034" cy="6858000"/>
          </a:xfrm>
          <a:prstGeom prst="rect">
            <a:avLst/>
          </a:prstGeom>
          <a:ln w="12700">
            <a:solidFill>
              <a:srgbClr val="000000">
                <a:alpha val="57999"/>
              </a:srgbClr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2026-10-06T00:28:22Z</dcterms:modified>
</cp:coreProperties>
</file>